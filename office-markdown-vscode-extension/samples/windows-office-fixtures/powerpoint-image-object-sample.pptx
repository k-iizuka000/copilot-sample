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bin" ContentType="application/octet-stream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Fixture coverage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Fixture count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Text</c:v>
                  </c:pt>
                  <c:pt idx="1">
                    <c:v>Images</c:v>
                  </c:pt>
                  <c:pt idx="2">
                    <c:v>Tables</c:v>
                  </c:pt>
                  <c:pt idx="3">
                    <c:v>Objects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confirm Markdown extraction includes this note and the embedded object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chart relationships are expected to be recorded as unsupported chart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fficeObject1" Type="http://schemas.openxmlformats.org/officeDocument/2006/relationships/oleObject" Target="../embeddings/sample-object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Office Markdown fixture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PowerPoint sample with text, table, image, shapes, chart, notes, and an embedded object relationship.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2628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office-markdown-sample-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17320"/>
            <a:ext cx="4114800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3493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Visible image asset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234440"/>
          <a:ext cx="62636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4434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Element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extension signal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Image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slide-001-image-001.png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Markdown table rows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Embedded object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slide-001-object-001.bin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Speaker notes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 section in Markdown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349240" y="3246120"/>
            <a:ext cx="2788920" cy="5852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Object placeholder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366760" y="3273552"/>
            <a:ext cx="960120" cy="51206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464040" y="3264408"/>
            <a:ext cx="2148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Relationship patched after export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 and shape coverage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Native chart plus editable shape callouts exercise common PowerPoint drawing paths.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2344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371600"/>
            <a:ext cx="1097280" cy="731520"/>
          </a:xfrm>
          <a:prstGeom prst="hexag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600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589520" y="1572768"/>
            <a:ext cx="777240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01000" y="2240280"/>
            <a:ext cx="1097280" cy="731520"/>
          </a:xfrm>
          <a:prstGeom prst="hexag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2468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Shape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44000" y="2441448"/>
            <a:ext cx="777240" cy="3200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55480" y="3108960"/>
            <a:ext cx="1097280" cy="731520"/>
          </a:xfrm>
          <a:prstGeom prst="hexagon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0" y="3337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Embedded part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Office Markdown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Markdown PowerPoint Fixture</dc:title>
  <dc:subject>OOXML fixture with images, shapes, charts, notes, and embedded objects</dc:subject>
  <dc:creator>Office Markdown sample generator</dc:creator>
  <cp:lastModifiedBy>Office Markdown sample generator</cp:lastModifiedBy>
  <cp:revision>1</cp:revision>
  <dcterms:created xsi:type="dcterms:W3CDTF">2026-05-21T00:22:52Z</dcterms:created>
  <dcterms:modified xsi:type="dcterms:W3CDTF">2026-05-21T00:22:52Z</dcterms:modified>
</cp:coreProperties>
</file>